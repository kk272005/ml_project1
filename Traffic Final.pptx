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0" r:id="rId5"/>
    <p:sldId id="342" r:id="rId6"/>
    <p:sldId id="356" r:id="rId7"/>
    <p:sldId id="357" r:id="rId8"/>
    <p:sldId id="343" r:id="rId9"/>
    <p:sldId id="350" r:id="rId10"/>
    <p:sldId id="361" r:id="rId11"/>
    <p:sldId id="363" r:id="rId12"/>
    <p:sldId id="369" r:id="rId13"/>
    <p:sldId id="35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0B97B-1122-6197-76AE-B1256BB6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202E4-706D-9AE7-01C2-69AB603E7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B657A-EE06-86A5-F1E7-80A3D9AC6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16769-A7DA-B969-F153-B9422976F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79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7D15-0B51-E60B-3201-C76EC655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7C6A0-2C70-8530-B4C4-5747DF12E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7BC37-2647-D13E-4A7D-2329ACDDF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E2A2D-8FD4-5B24-E676-6ACF4E076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74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4674-8DF5-D17A-12C8-17A7C6FB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3F689-8A70-2380-34C5-FBF68BBDE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E304E-ED99-A030-3CA7-EFE8104EF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6388F-B7BE-AF8E-8866-CAB1FCB21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60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6A305-069E-7113-87FD-B6ECD698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B7AA3-015E-C1D5-A297-C2B3A65A0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20839-5C87-2F03-7A0D-9BF6D499C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18BF0-B71D-5C42-6E5E-5C3F6A02C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848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4DCD-ED5B-4948-22E3-3B37B32A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925C7-3058-4DDB-301F-651FC216E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9F079-DB31-20B4-41AE-59E0E20EB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6FE24-6313-A504-FCF6-40419E302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995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519091"/>
            <a:ext cx="10650681" cy="1427696"/>
          </a:xfrm>
        </p:spPr>
        <p:txBody>
          <a:bodyPr/>
          <a:lstStyle/>
          <a:p>
            <a:pPr lvl="0"/>
            <a:r>
              <a:rPr lang="en-IN" sz="3600" dirty="0">
                <a:solidFill>
                  <a:srgbClr val="F9E0B9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Intelligent Traffic Violation Detection System </a:t>
            </a:r>
            <a:endParaRPr lang="en-US" sz="3600" noProof="0" dirty="0">
              <a:solidFill>
                <a:srgbClr val="F9E0B9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1C7CC9-408D-431C-4782-7B9D832A68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853" y="2488569"/>
            <a:ext cx="10650681" cy="3459947"/>
          </a:xfrm>
        </p:spPr>
        <p:txBody>
          <a:bodyPr/>
          <a:lstStyle/>
          <a:p>
            <a:pPr algn="l"/>
            <a:r>
              <a:rPr lang="en-IN" dirty="0"/>
              <a:t>Group Members :                                                           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Krushnakant Gawali  [2124UMLM2051]</a:t>
            </a:r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Guide:</a:t>
            </a:r>
          </a:p>
          <a:p>
            <a:pPr algn="l"/>
            <a:r>
              <a:rPr lang="en-IN" dirty="0"/>
              <a:t>Prof. </a:t>
            </a:r>
            <a:r>
              <a:rPr lang="en-IN" dirty="0" err="1"/>
              <a:t>Rajswar</a:t>
            </a:r>
            <a:r>
              <a:rPr lang="en-IN" dirty="0"/>
              <a:t> Gupta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679" y="1013477"/>
            <a:ext cx="10571998" cy="500691"/>
          </a:xfrm>
        </p:spPr>
        <p:txBody>
          <a:bodyPr/>
          <a:lstStyle/>
          <a:p>
            <a:pPr lvl="0"/>
            <a:r>
              <a:rPr lang="en-US" noProof="0" dirty="0"/>
              <a:t>Problem Definition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677" y="1541206"/>
            <a:ext cx="10572000" cy="3775587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00" b="0" dirty="0"/>
              <a:t>With increasing vehicles on roads, monitoring every traffic violation manually is difficult and inefficient.</a:t>
            </a:r>
            <a:br>
              <a:rPr lang="en-US" sz="2000" b="0" dirty="0"/>
            </a:br>
            <a:r>
              <a:rPr lang="en-US" sz="2000" b="0" dirty="0"/>
              <a:t>Traditional methods depend on human observation, leading to missed detections and lack of proof.</a:t>
            </a:r>
            <a:br>
              <a:rPr lang="en-US" sz="2000" b="0" dirty="0"/>
            </a:br>
            <a:r>
              <a:rPr lang="en-US" sz="2000" b="0" dirty="0"/>
              <a:t>There is a need for an AI-based automated system that can detect violations, read number plates, and record proof instantly.</a:t>
            </a: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9848-1525-D0A6-F19C-802CFA63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1C275-3696-BF5B-AEF3-A8266E78F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87" y="846328"/>
            <a:ext cx="10571998" cy="500691"/>
          </a:xfrm>
        </p:spPr>
        <p:txBody>
          <a:bodyPr/>
          <a:lstStyle/>
          <a:p>
            <a:pPr lvl="0"/>
            <a:r>
              <a:rPr lang="en-IN" dirty="0"/>
              <a:t>Introduction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D376C-C623-47E0-FA24-46517330F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187" y="846329"/>
            <a:ext cx="10572000" cy="5013697"/>
          </a:xfrm>
        </p:spPr>
        <p:txBody>
          <a:bodyPr>
            <a:normAutofit/>
          </a:bodyPr>
          <a:lstStyle/>
          <a:p>
            <a:pPr lvl="0" algn="l">
              <a:lnSpc>
                <a:spcPct val="150000"/>
              </a:lnSpc>
            </a:pPr>
            <a:r>
              <a:rPr lang="en-US" sz="2000" b="0" dirty="0"/>
              <a:t>This project presents an AI-powered smart traffic violation detection system using YOLOv8, OpenCV, and </a:t>
            </a:r>
            <a:r>
              <a:rPr lang="en-US" sz="2000" b="0" dirty="0" err="1"/>
              <a:t>EasyOCR</a:t>
            </a:r>
            <a:r>
              <a:rPr lang="en-US" sz="2000" b="0" dirty="0"/>
              <a:t>.</a:t>
            </a:r>
            <a:br>
              <a:rPr lang="en-US" sz="2000" b="0" dirty="0"/>
            </a:br>
            <a:r>
              <a:rPr lang="en-US" sz="2000" b="0" dirty="0"/>
              <a:t>It detects violations such as no-helmet riding, triple-seating, and identifies vehicle types in real time.</a:t>
            </a:r>
            <a:br>
              <a:rPr lang="en-US" sz="2000" b="0" dirty="0"/>
            </a:br>
            <a:r>
              <a:rPr lang="en-US" sz="2000" b="0" dirty="0"/>
              <a:t>The system processes live camera feed or uploaded media, extracts number plates, and displays results on a Flask web dashboard.</a:t>
            </a:r>
            <a:br>
              <a:rPr lang="en-US" sz="2000" b="0" dirty="0"/>
            </a:br>
            <a:r>
              <a:rPr lang="en-US" sz="2000" b="0" dirty="0"/>
              <a:t>All violations are logged automatically in a CSV report with time, vehicle, and plate number.</a:t>
            </a:r>
            <a:endParaRPr lang="en-US" sz="2000" b="0" noProof="0" dirty="0"/>
          </a:p>
        </p:txBody>
      </p:sp>
    </p:spTree>
    <p:extLst>
      <p:ext uri="{BB962C8B-B14F-4D97-AF65-F5344CB8AC3E}">
        <p14:creationId xmlns:p14="http://schemas.microsoft.com/office/powerpoint/2010/main" val="7516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67071-8EB9-0103-145A-388F633F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CC7D-3BB9-0DA2-6E9E-3D4FCC02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24" y="797167"/>
            <a:ext cx="10571998" cy="500691"/>
          </a:xfrm>
        </p:spPr>
        <p:txBody>
          <a:bodyPr/>
          <a:lstStyle/>
          <a:p>
            <a:pPr lvl="0"/>
            <a:r>
              <a:rPr lang="en-IN" dirty="0"/>
              <a:t>Working</a:t>
            </a:r>
            <a:endParaRPr lang="en-US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5F1A7B-4FB9-43ED-BFD6-BDD3696F4E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0373" y="1434029"/>
            <a:ext cx="8259097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Input: System takes live camera or uploaded video/image.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Detection: YOLOv8 detects persons, vehicles, and helmets.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Violation Check: Algorithm identifies no-helmet or triple-seating cases.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Plate Detection: YOLOv8 +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EasyOCR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reads number plate text.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Logging: Violation details saved with timestamp and proof.</a:t>
            </a:r>
          </a:p>
          <a:p>
            <a:pPr marL="457200" indent="-45720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0" dirty="0"/>
              <a:t>Dashboard Display: Flask web app shows live feed, uploads, and violation table.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4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6466" y="235974"/>
            <a:ext cx="6567948" cy="635163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Automate traffic violation detection using AI.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human workload and error in monitoring.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Maintain digital records with timestamp and proof.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Create an easy-to-use web dashboard for authorities.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 scalable deployment in smart cities.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7DFA-9278-9CB6-C5BC-520AB10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859" y="844597"/>
            <a:ext cx="10571998" cy="689235"/>
          </a:xfrm>
        </p:spPr>
        <p:txBody>
          <a:bodyPr/>
          <a:lstStyle/>
          <a:p>
            <a:pPr lvl="0"/>
            <a:r>
              <a:rPr lang="en-IN" dirty="0"/>
              <a:t>Advantages</a:t>
            </a:r>
            <a:endParaRPr lang="en-US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EB22CD-988E-F86C-4F7F-E2CB8A70B1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76671" y="2086312"/>
            <a:ext cx="8238537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&amp; Real-time: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continuously without manual effort.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Detection: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YOLOv8 ensures precise results.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Runs on normal PC/laptop, no Jetson needed.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dashboard for uploads and live monitoring.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proof and CSV record for each violation.</a:t>
            </a:r>
          </a:p>
        </p:txBody>
      </p:sp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64FC-95D2-1269-A180-1678A583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0142-868A-E0E6-28A2-B01C9C3A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43" y="792813"/>
            <a:ext cx="10571998" cy="731187"/>
          </a:xfrm>
        </p:spPr>
        <p:txBody>
          <a:bodyPr/>
          <a:lstStyle/>
          <a:p>
            <a:pPr lvl="0"/>
            <a:r>
              <a:rPr lang="en-IN" dirty="0"/>
              <a:t>Future Scope</a:t>
            </a:r>
            <a:endParaRPr lang="en-US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6B7566-2081-2A58-9846-D515B60494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7419" y="2500830"/>
            <a:ext cx="8593394" cy="2342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cloud-based real-time data storage.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speed and lane violation detection.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Connect with e-challan and government vehicle databases.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 on large scale under Smart City projects.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deep learning analytics for traffic pattern prediction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050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FE2D-0287-2DA2-4442-41649ED6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1A9B-6EAC-AE89-7241-9F928DC6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43" y="792813"/>
            <a:ext cx="10571998" cy="731187"/>
          </a:xfrm>
        </p:spPr>
        <p:txBody>
          <a:bodyPr/>
          <a:lstStyle/>
          <a:p>
            <a:pPr lvl="0"/>
            <a:r>
              <a:rPr lang="en-US" noProof="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E2C46-3290-8B3D-0526-E39A5592A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180" y="1612491"/>
            <a:ext cx="9985821" cy="371659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00" b="0" dirty="0"/>
              <a:t>The developed system provides a complete AI-based solution for detecting traffic violations efficiently.</a:t>
            </a:r>
            <a:br>
              <a:rPr lang="en-US" sz="2000" b="0" dirty="0"/>
            </a:br>
            <a:r>
              <a:rPr lang="en-US" sz="2000" b="0" dirty="0"/>
              <a:t>It automates monitoring, improves accuracy, and eliminates manual intervention.</a:t>
            </a:r>
            <a:br>
              <a:rPr lang="en-US" sz="2000" b="0" dirty="0"/>
            </a:br>
            <a:r>
              <a:rPr lang="en-US" sz="2000" b="0" dirty="0"/>
              <a:t>With scalability and low cost, it can play a major role in modern traffic management and smart city automation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6869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0C8DD-B266-64DE-8004-5A407337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5FF2-1111-AC98-4DCF-153FB0AF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43" y="792813"/>
            <a:ext cx="10571998" cy="731187"/>
          </a:xfrm>
        </p:spPr>
        <p:txBody>
          <a:bodyPr/>
          <a:lstStyle/>
          <a:p>
            <a:pPr lvl="0"/>
            <a:r>
              <a:rPr lang="en-IN" dirty="0"/>
              <a:t>References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9BEB7-88F5-CB1D-B1DE-4AA058367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2" y="2054941"/>
            <a:ext cx="10572000" cy="3559277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b="0" dirty="0"/>
              <a:t>Aliane, N., Fernández, J., &amp; Mata, M. (2014). </a:t>
            </a:r>
            <a:r>
              <a:rPr lang="en-IN" b="0" i="1" dirty="0"/>
              <a:t>A System for Traffic Violation Detection.</a:t>
            </a:r>
            <a:r>
              <a:rPr lang="en-IN" b="0" dirty="0"/>
              <a:t> International Journal of Computer Applications.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0" dirty="0"/>
              <a:t>US Patent US20210358066A1 – </a:t>
            </a:r>
            <a:r>
              <a:rPr lang="en-US" b="0" i="1" dirty="0"/>
              <a:t>Intelligent Traffic Violation Detection System</a:t>
            </a:r>
            <a:r>
              <a:rPr lang="en-US" b="0" dirty="0"/>
              <a:t> (Describes PDD, VVS, TOIA modules for real-time violation capture).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0" dirty="0"/>
              <a:t>WO 01/91353 A2 – </a:t>
            </a:r>
            <a:r>
              <a:rPr lang="en-US" b="0" i="1" dirty="0"/>
              <a:t>Traffic Violation Monitoring and Evidence System</a:t>
            </a:r>
            <a:r>
              <a:rPr lang="en-US" b="0" dirty="0"/>
              <a:t> (Details legal workflow and image authentication).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0" dirty="0"/>
              <a:t>India.com (2019). </a:t>
            </a:r>
            <a:r>
              <a:rPr lang="en-US" b="0" i="1" dirty="0"/>
              <a:t>List of all penalties for traffic rule violations in India.</a:t>
            </a:r>
            <a:r>
              <a:rPr lang="en-US" b="0" dirty="0"/>
              <a:t> Retrieved from https://www.india.com/news/india/minimum-fine-of-rs-500-from-sept-1-for-violating-traffic-rules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113561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Liquid void presentation</Template>
  <TotalTime>252</TotalTime>
  <Words>531</Words>
  <Application>Microsoft Office PowerPoint</Application>
  <PresentationFormat>Widescreen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Trebuchet MS</vt:lpstr>
      <vt:lpstr>Wingdings</vt:lpstr>
      <vt:lpstr>Wingdings 2</vt:lpstr>
      <vt:lpstr>Quotable</vt:lpstr>
      <vt:lpstr>Intelligent Traffic Violation Detection System </vt:lpstr>
      <vt:lpstr>Problem Definition </vt:lpstr>
      <vt:lpstr>Introduction</vt:lpstr>
      <vt:lpstr>Working</vt:lpstr>
      <vt:lpstr>Objectives</vt:lpstr>
      <vt:lpstr>Advantages</vt:lpstr>
      <vt:lpstr>Future Scope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ugale</dc:creator>
  <cp:lastModifiedBy>Krushnakant Gawali</cp:lastModifiedBy>
  <cp:revision>6</cp:revision>
  <dcterms:created xsi:type="dcterms:W3CDTF">2025-11-01T07:33:55Z</dcterms:created>
  <dcterms:modified xsi:type="dcterms:W3CDTF">2025-11-18T03:52:34Z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